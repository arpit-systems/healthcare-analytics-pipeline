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4593-9A17-3CCD-F2CC-B6730941C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F0453-3CF1-EB13-E60E-6C7329B993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9F77-CCFA-F180-8279-AC69FEEC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ECAFA-8062-BD65-D9A8-BD72A92CD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D4475-BC0E-14B1-1574-B9BDE369C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153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3B0AC-B5FC-9EE8-A353-D8301A4FA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C0B89-910C-872A-8125-83C5DFE36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FF001-C265-565B-3F1A-80F87B9D4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61182-18BC-836E-1AAA-EBCDC17B1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43061-F7D7-47F7-01C6-27622EFF3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5423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3552-A478-7FB5-D7C0-B39824690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BCC44-FB67-EEBA-9996-657A5B29B3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49DAC-417A-9353-C65D-8E9D9B1B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E275C-9DA8-7706-AD01-628C93B4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3A39B-BC54-0ECE-8408-37B4AFC9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796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835AD-EF0C-7993-ED32-FDD27471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66482-6E33-B79E-F14B-164C26CD2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ED5A3-C039-CCDD-2263-5E1E18143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F756DB-78FD-03C4-AB17-C137ABE8A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092DE6-6E1B-94D1-8A1E-9CF4A026A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3AFF5-4FBF-FAC7-35EA-2299F4A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014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3F78-C447-4DBC-637B-9E020BEF8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F5C2A-D429-E026-4B65-44DA17B53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F0C504-3175-0207-BE02-0513E28E2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4D7BB-2C29-581E-54E0-621FB777E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92CF51-A1BB-89D7-9ADE-2A2A66F690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4DFB57-578E-E0A7-EDEF-2D7FC6590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8AF799-4AA3-374C-4363-9F1502149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C8277-09A1-67DA-33F3-9897065EF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498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9ABF-8C19-EA87-E93B-57CE6FD9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144E57-6A58-7708-987D-F6CF5C2FD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2E79E9-D5AA-64D0-32C5-BF14002C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2B360C-6DB2-0187-0828-CDEA22B1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28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CE59D-C419-5699-C7FE-31801CA5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D07B1D-F7AA-BAAE-A0B4-C411740E1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EC117-239C-6EE5-BACF-DD59CE2F9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403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5CE61-86FC-6208-68CF-EFBD88F55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79387-BE3E-2E11-61CF-7DFF36D90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84D61-1124-9EED-A6E0-6316AD07E0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FC072-533A-ADF6-788E-EB74BF404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6263B-DF58-D54F-BEFB-356B3F8C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47186-9E11-1EE7-9AB2-EBC76CEB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5138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F05A-0756-856E-A115-DA34273B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3D5BD8-863D-8D14-2127-C0A74C3CC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B0F512-BFF5-8BB1-CC1B-FADF9220D4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996A0-9A07-59BE-3441-D591DDA2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FAB2D-E31A-C607-EB58-3014A3E6E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3F4355-B4D5-1BE3-8556-06C45201A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544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C9154-D92F-3BBA-CE9C-6DE8B2EF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CB3EA-4F57-BAFE-11BF-3124F074D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74B3F-356B-5425-E0E2-49F72DE2A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E8563-5042-C8EA-3CC9-7DE9D652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E5157-5981-5D12-1C36-20E9330CE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050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CB0073-839B-183E-6ADD-BDCBA5EBA6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82EE59-BF67-D24F-A573-69CB7815A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296B6-7944-F546-115A-7356C3698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B9405-454C-AF61-8B09-F8DB6327B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F8676-E1DE-A1CE-05C8-9071DA821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15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D50CC4-447B-B5A7-C552-147252B2E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DD0C1-186E-9594-6C7A-9DD42E09C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31424-0D1B-79F7-817E-F0E853BD9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7B1B5-114F-462F-9F43-A96471EB3E7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2E463-7D50-B074-F0D9-6ABE630B7D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BD63B-D878-4A32-B422-2334B446E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265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care-healthcare-dashboard.streamlit.app/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40CD0-CA02-870A-881E-AD5144EEA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348" y="558467"/>
            <a:ext cx="9144000" cy="1217714"/>
          </a:xfrm>
        </p:spPr>
        <p:txBody>
          <a:bodyPr>
            <a:normAutofit/>
          </a:bodyPr>
          <a:lstStyle/>
          <a:p>
            <a:pPr algn="l"/>
            <a:r>
              <a:rPr lang="en-GB" sz="4000" b="1" dirty="0"/>
              <a:t>Healthcare Analytics Pipeline Project</a:t>
            </a:r>
            <a:br>
              <a:rPr lang="en-GB" sz="4000" b="1" dirty="0"/>
            </a:br>
            <a:r>
              <a:rPr lang="en-GB" sz="4000" b="1" dirty="0"/>
              <a:t>for Medicare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49426-1D11-FAB7-3571-B135365C80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86348" y="2310580"/>
            <a:ext cx="9144000" cy="3880798"/>
          </a:xfrm>
        </p:spPr>
        <p:txBody>
          <a:bodyPr/>
          <a:lstStyle/>
          <a:p>
            <a:pPr algn="l"/>
            <a:r>
              <a:rPr lang="en-GB" sz="2000" b="1" dirty="0"/>
              <a:t>Capstone Project</a:t>
            </a:r>
          </a:p>
          <a:p>
            <a:pPr algn="l"/>
            <a:endParaRPr lang="en-GB" sz="2000" b="1" dirty="0"/>
          </a:p>
          <a:p>
            <a:pPr algn="l"/>
            <a:r>
              <a:rPr lang="en-GB" dirty="0"/>
              <a:t>Post Graduate Diploma in Data Engineering (PGDDE)</a:t>
            </a:r>
            <a:br>
              <a:rPr lang="en-GB" dirty="0"/>
            </a:br>
            <a:r>
              <a:rPr lang="en-GB" dirty="0"/>
              <a:t>IIT Jodhpur</a:t>
            </a:r>
          </a:p>
          <a:p>
            <a:pPr algn="l"/>
            <a:endParaRPr lang="en-GB" dirty="0"/>
          </a:p>
          <a:p>
            <a:pPr algn="l"/>
            <a:r>
              <a:rPr lang="en-GB" sz="2000" b="1" dirty="0"/>
              <a:t>Submitted By</a:t>
            </a:r>
          </a:p>
          <a:p>
            <a:pPr algn="l"/>
            <a:r>
              <a:rPr lang="en-GB" sz="1800" dirty="0"/>
              <a:t>Arpit Sharma (G25AI1012)</a:t>
            </a:r>
            <a:br>
              <a:rPr lang="en-GB" sz="1800" dirty="0"/>
            </a:br>
            <a:r>
              <a:rPr lang="en-GB" sz="1800" dirty="0"/>
              <a:t>Ankita Dwivedi (G25AI1011)</a:t>
            </a:r>
            <a:br>
              <a:rPr lang="en-GB" sz="1800" dirty="0"/>
            </a:br>
            <a:r>
              <a:rPr lang="en-GB" sz="1800" dirty="0"/>
              <a:t>Astosh Ranjan (G25AI1013)</a:t>
            </a:r>
            <a:br>
              <a:rPr lang="en-GB" sz="1800" dirty="0"/>
            </a:br>
            <a:r>
              <a:rPr lang="en-GB" sz="1800" dirty="0"/>
              <a:t>Bharat Sharma (G25AI1014)</a:t>
            </a:r>
            <a:br>
              <a:rPr lang="en-GB" sz="1800" dirty="0"/>
            </a:br>
            <a:r>
              <a:rPr lang="en-GB" sz="1800" dirty="0"/>
              <a:t>Damini Khatri (G25AI1015)</a:t>
            </a:r>
          </a:p>
          <a:p>
            <a:pPr algn="l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0775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86A601D-D82D-E8B5-A89F-14B93464090B}"/>
              </a:ext>
            </a:extLst>
          </p:cNvPr>
          <p:cNvSpPr txBox="1"/>
          <p:nvPr/>
        </p:nvSpPr>
        <p:spPr>
          <a:xfrm>
            <a:off x="855407" y="792350"/>
            <a:ext cx="1024521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Problem Statement</a:t>
            </a:r>
          </a:p>
          <a:p>
            <a:endParaRPr lang="en-GB" sz="2400" dirty="0"/>
          </a:p>
          <a:p>
            <a:r>
              <a:rPr lang="en-GB" sz="2000" dirty="0"/>
              <a:t>• Healthcare data is generated from multiple sources.</a:t>
            </a:r>
          </a:p>
          <a:p>
            <a:r>
              <a:rPr lang="en-GB" sz="2000" dirty="0"/>
              <a:t>• Manual processing is slow and inefficient.</a:t>
            </a:r>
          </a:p>
          <a:p>
            <a:r>
              <a:rPr lang="en-GB" sz="2000" dirty="0"/>
              <a:t>• Data is often fragmented across systems.</a:t>
            </a:r>
          </a:p>
          <a:p>
            <a:r>
              <a:rPr lang="en-GB" sz="2000" dirty="0"/>
              <a:t>• Real-time analytics and reporting are difficult.</a:t>
            </a:r>
          </a:p>
          <a:p>
            <a:r>
              <a:rPr lang="en-GB" sz="2000" dirty="0"/>
              <a:t>• Need for an automated and scalable solution.</a:t>
            </a:r>
          </a:p>
          <a:p>
            <a:endParaRPr lang="en-GB" sz="2400" dirty="0"/>
          </a:p>
          <a:p>
            <a:r>
              <a:rPr lang="en-GB" sz="3200" dirty="0"/>
              <a:t>Objective</a:t>
            </a:r>
          </a:p>
          <a:p>
            <a:endParaRPr lang="en-GB" sz="3200" dirty="0"/>
          </a:p>
          <a:p>
            <a:r>
              <a:rPr lang="en-GB" sz="2000" dirty="0"/>
              <a:t>• Build an end-to-end Healthcare Analytics Pipeline.</a:t>
            </a:r>
            <a:br>
              <a:rPr lang="en-GB" sz="2000" dirty="0"/>
            </a:br>
            <a:r>
              <a:rPr lang="en-GB" sz="2000" dirty="0"/>
              <a:t>• Automate data ingestion, processing and analytics.</a:t>
            </a:r>
            <a:br>
              <a:rPr lang="en-GB" sz="2000" dirty="0"/>
            </a:br>
            <a:r>
              <a:rPr lang="en-GB" sz="2000" dirty="0"/>
              <a:t>• Generate business insights using dashboards and machine learning.</a:t>
            </a:r>
            <a:br>
              <a:rPr lang="en-GB" sz="2000" dirty="0"/>
            </a:br>
            <a:r>
              <a:rPr lang="en-GB" sz="2000" dirty="0"/>
              <a:t>• Enable scalable and cloud-based healthcare analytics.</a:t>
            </a:r>
          </a:p>
        </p:txBody>
      </p:sp>
    </p:spTree>
    <p:extLst>
      <p:ext uri="{BB962C8B-B14F-4D97-AF65-F5344CB8AC3E}">
        <p14:creationId xmlns:p14="http://schemas.microsoft.com/office/powerpoint/2010/main" val="3841426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B4572C8-AA43-1CD6-AEA6-E125AFD33848}"/>
              </a:ext>
            </a:extLst>
          </p:cNvPr>
          <p:cNvSpPr txBox="1"/>
          <p:nvPr/>
        </p:nvSpPr>
        <p:spPr>
          <a:xfrm>
            <a:off x="6027174" y="1197620"/>
            <a:ext cx="60960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Project Architecture</a:t>
            </a:r>
          </a:p>
          <a:p>
            <a:endParaRPr lang="en-US" sz="3200" b="1" dirty="0"/>
          </a:p>
          <a:p>
            <a:r>
              <a:rPr lang="en-US" sz="2000" dirty="0"/>
              <a:t>• Cloud-based end-to-end healthcare analytics pipeline.</a:t>
            </a:r>
          </a:p>
          <a:p>
            <a:r>
              <a:rPr lang="en-US" sz="2000" dirty="0"/>
              <a:t>• Automated ETL processing and workflow orchestration             using Apache Airflow.</a:t>
            </a:r>
          </a:p>
          <a:p>
            <a:r>
              <a:rPr lang="en-US" sz="2000" dirty="0"/>
              <a:t>• Scalable big data processing and analytics using PySpark.</a:t>
            </a:r>
          </a:p>
          <a:p>
            <a:r>
              <a:rPr lang="en-US" sz="2000" dirty="0"/>
              <a:t>• Star Schema Data Warehouse for analytical reporting     and SQL-based insights.</a:t>
            </a:r>
          </a:p>
          <a:p>
            <a:r>
              <a:rPr lang="en-US" sz="2000" dirty="0"/>
              <a:t>• Machine Learning layer for predictive analytics and Length of Stay prediction.</a:t>
            </a:r>
          </a:p>
          <a:p>
            <a:r>
              <a:rPr lang="en-US" sz="2000" dirty="0"/>
              <a:t>• Interactive Streamlit dashboard for KPI monitoring, visualization, and reporting.</a:t>
            </a:r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8EA2E30-05B9-8A3E-BB1E-B7DD1698D3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148" y="169607"/>
            <a:ext cx="5633720" cy="6518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37608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2E99EA-14CC-B5DA-FAC1-06D1C1FCED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961" y="486683"/>
            <a:ext cx="6735097" cy="572731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45D448-96A8-22C8-8D13-A404B6F56388}"/>
              </a:ext>
            </a:extLst>
          </p:cNvPr>
          <p:cNvSpPr txBox="1"/>
          <p:nvPr/>
        </p:nvSpPr>
        <p:spPr>
          <a:xfrm>
            <a:off x="7246374" y="2151173"/>
            <a:ext cx="60960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Data Collection &amp; AWS S3</a:t>
            </a:r>
          </a:p>
          <a:p>
            <a:endParaRPr lang="en-GB" dirty="0"/>
          </a:p>
          <a:p>
            <a:r>
              <a:rPr lang="en-GB" sz="2000" dirty="0"/>
              <a:t>• Healthcare dataset containing 5000 records.</a:t>
            </a:r>
          </a:p>
          <a:p>
            <a:r>
              <a:rPr lang="en-GB" sz="2000" dirty="0"/>
              <a:t>• Data stored in AWS S3 cloud storage.</a:t>
            </a:r>
          </a:p>
          <a:p>
            <a:r>
              <a:rPr lang="en-GB" sz="2000" dirty="0"/>
              <a:t>• Centralized and scalable storage solution.</a:t>
            </a:r>
          </a:p>
          <a:p>
            <a:r>
              <a:rPr lang="en-GB" sz="2000" dirty="0"/>
              <a:t>• Source layer of the analytics pipeline.</a:t>
            </a:r>
          </a:p>
        </p:txBody>
      </p:sp>
    </p:spTree>
    <p:extLst>
      <p:ext uri="{BB962C8B-B14F-4D97-AF65-F5344CB8AC3E}">
        <p14:creationId xmlns:p14="http://schemas.microsoft.com/office/powerpoint/2010/main" val="92497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AD1189-E6F2-3558-F8C8-F5807F7273BD}"/>
              </a:ext>
            </a:extLst>
          </p:cNvPr>
          <p:cNvSpPr txBox="1"/>
          <p:nvPr/>
        </p:nvSpPr>
        <p:spPr>
          <a:xfrm>
            <a:off x="6902246" y="3498110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ETL Pipeline &amp; Airflow</a:t>
            </a:r>
          </a:p>
          <a:p>
            <a:endParaRPr lang="en-GB" dirty="0"/>
          </a:p>
          <a:p>
            <a:r>
              <a:rPr lang="en-GB" sz="2000" dirty="0"/>
              <a:t>• Extracted healthcare data from source files.</a:t>
            </a:r>
          </a:p>
          <a:p>
            <a:r>
              <a:rPr lang="en-GB" sz="2000" dirty="0"/>
              <a:t>• Performed data cleaning and transformation.</a:t>
            </a:r>
          </a:p>
          <a:p>
            <a:r>
              <a:rPr lang="en-GB" sz="2000" dirty="0"/>
              <a:t>• Loaded processed data into PostgreSQL.</a:t>
            </a:r>
          </a:p>
          <a:p>
            <a:r>
              <a:rPr lang="en-GB" sz="2000" dirty="0"/>
              <a:t>• Automated workflow using Apache Airflow </a:t>
            </a:r>
          </a:p>
          <a:p>
            <a:r>
              <a:rPr lang="en-GB" sz="2000" dirty="0"/>
              <a:t>   DAGs</a:t>
            </a:r>
            <a:r>
              <a:rPr lang="en-GB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FF5564-4C4B-D566-2B80-964345A7E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17" y="234622"/>
            <a:ext cx="10268195" cy="27508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E44BA4-29C8-BF7E-EC83-6F8F57AF2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18" y="3157589"/>
            <a:ext cx="6315628" cy="301461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636530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4748-A3E2-E458-ABFF-B841450C5EBD}"/>
              </a:ext>
            </a:extLst>
          </p:cNvPr>
          <p:cNvSpPr txBox="1"/>
          <p:nvPr/>
        </p:nvSpPr>
        <p:spPr>
          <a:xfrm>
            <a:off x="7914968" y="1807043"/>
            <a:ext cx="6096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Big Data Processing </a:t>
            </a:r>
          </a:p>
          <a:p>
            <a:r>
              <a:rPr lang="en-GB" sz="3200" dirty="0"/>
              <a:t>using PySpark</a:t>
            </a:r>
          </a:p>
          <a:p>
            <a:endParaRPr lang="en-GB" dirty="0"/>
          </a:p>
          <a:p>
            <a:r>
              <a:rPr lang="en-GB" sz="2000" dirty="0"/>
              <a:t>• Processed 5000 healthcare records.</a:t>
            </a:r>
          </a:p>
          <a:p>
            <a:r>
              <a:rPr lang="en-GB" sz="2000" dirty="0"/>
              <a:t>• Generated disease distribution </a:t>
            </a:r>
          </a:p>
          <a:p>
            <a:r>
              <a:rPr lang="en-GB" sz="2000" dirty="0"/>
              <a:t>   analytics.</a:t>
            </a:r>
          </a:p>
          <a:p>
            <a:r>
              <a:rPr lang="en-GB" sz="2000" dirty="0"/>
              <a:t>• Calculated treatment cost statistics.</a:t>
            </a:r>
          </a:p>
          <a:p>
            <a:r>
              <a:rPr lang="en-GB" sz="2000" dirty="0"/>
              <a:t>• Enabled scalable big data processing.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35C0F8-6F62-A861-D75C-64D3093223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30" y="263013"/>
            <a:ext cx="7795538" cy="63319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875882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6C71BE-82D2-6080-76CD-F4BD40D7DFAB}"/>
              </a:ext>
            </a:extLst>
          </p:cNvPr>
          <p:cNvSpPr txBox="1"/>
          <p:nvPr/>
        </p:nvSpPr>
        <p:spPr>
          <a:xfrm>
            <a:off x="7256206" y="2986913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AWS RDS &amp; </a:t>
            </a:r>
          </a:p>
          <a:p>
            <a:r>
              <a:rPr lang="en-GB" sz="3200" dirty="0"/>
              <a:t>Data Warehouse</a:t>
            </a:r>
          </a:p>
          <a:p>
            <a:endParaRPr lang="en-GB" dirty="0"/>
          </a:p>
          <a:p>
            <a:r>
              <a:rPr lang="en-GB" sz="2000" dirty="0"/>
              <a:t>• PostgreSQL deployed on AWS RDS.</a:t>
            </a:r>
          </a:p>
          <a:p>
            <a:r>
              <a:rPr lang="en-GB" sz="2000" dirty="0"/>
              <a:t>• Star Schema data warehouse created.</a:t>
            </a:r>
          </a:p>
          <a:p>
            <a:r>
              <a:rPr lang="en-GB" sz="2000" dirty="0"/>
              <a:t>• Dimension tables for analytical reporting.</a:t>
            </a:r>
          </a:p>
          <a:p>
            <a:r>
              <a:rPr lang="en-GB" sz="2000" dirty="0"/>
              <a:t>• Fact table stores patient visit information.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FBDE7C-2ACD-2E38-DD58-B95E6550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2889995"/>
            <a:ext cx="6794090" cy="38528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0042A-D85B-83FB-4E74-FE0F988619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273951"/>
            <a:ext cx="11697561" cy="243975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7444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4477BC-B009-9F2D-792B-5ABADDF67C8C}"/>
              </a:ext>
            </a:extLst>
          </p:cNvPr>
          <p:cNvSpPr txBox="1"/>
          <p:nvPr/>
        </p:nvSpPr>
        <p:spPr>
          <a:xfrm>
            <a:off x="7639665" y="2396131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Exploratory Data Analysis</a:t>
            </a:r>
          </a:p>
          <a:p>
            <a:endParaRPr lang="en-GB" dirty="0"/>
          </a:p>
          <a:p>
            <a:r>
              <a:rPr lang="en-GB" sz="2000" dirty="0"/>
              <a:t>• Disease distribution analysis.</a:t>
            </a:r>
          </a:p>
          <a:p>
            <a:r>
              <a:rPr lang="en-GB" sz="2000" dirty="0"/>
              <a:t>• Gender and city-wise analysis.</a:t>
            </a:r>
          </a:p>
          <a:p>
            <a:r>
              <a:rPr lang="en-GB" sz="2000" dirty="0"/>
              <a:t>• Admission status analysis.</a:t>
            </a:r>
          </a:p>
          <a:p>
            <a:r>
              <a:rPr lang="en-GB" sz="2000" dirty="0"/>
              <a:t>• Treatment cost statistics.</a:t>
            </a:r>
          </a:p>
          <a:p>
            <a:r>
              <a:rPr lang="en-GB" sz="2000" dirty="0"/>
              <a:t>• Generated healthcare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95E666-E490-C7ED-937D-DC532D936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30" y="247650"/>
            <a:ext cx="7373211" cy="6362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5976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448C2-9C61-238F-4940-6D285C14ED9C}"/>
              </a:ext>
            </a:extLst>
          </p:cNvPr>
          <p:cNvSpPr txBox="1"/>
          <p:nvPr/>
        </p:nvSpPr>
        <p:spPr>
          <a:xfrm>
            <a:off x="117987" y="3861984"/>
            <a:ext cx="1154147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Machine Learning Model</a:t>
            </a:r>
          </a:p>
          <a:p>
            <a:endParaRPr lang="en-GB" dirty="0"/>
          </a:p>
          <a:p>
            <a:r>
              <a:rPr lang="en-GB" sz="2000" dirty="0"/>
              <a:t>• Random Forest Regressor implemented.</a:t>
            </a:r>
          </a:p>
          <a:p>
            <a:r>
              <a:rPr lang="en-GB" sz="2000" dirty="0"/>
              <a:t>• Treatment cost prediction performed.</a:t>
            </a:r>
          </a:p>
          <a:p>
            <a:r>
              <a:rPr lang="en-GB" sz="2000" dirty="0"/>
              <a:t>• Model trained on healthcare dataset.</a:t>
            </a:r>
          </a:p>
          <a:p>
            <a:r>
              <a:rPr lang="en-GB" sz="2000" dirty="0"/>
              <a:t>• Performance evaluated using MAE.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D5C314-CBCF-CD42-FD1D-5ED2C119D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33" y="286035"/>
            <a:ext cx="11472648" cy="3314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32054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28EFC9-B009-31E0-2BFA-83B6ADC518C1}"/>
              </a:ext>
            </a:extLst>
          </p:cNvPr>
          <p:cNvSpPr txBox="1"/>
          <p:nvPr/>
        </p:nvSpPr>
        <p:spPr>
          <a:xfrm>
            <a:off x="8313336" y="2092070"/>
            <a:ext cx="609600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Interactive Dashboard</a:t>
            </a:r>
          </a:p>
          <a:p>
            <a:endParaRPr lang="en-US" sz="3200" dirty="0"/>
          </a:p>
          <a:p>
            <a:r>
              <a:rPr lang="en-US" sz="2000" dirty="0"/>
              <a:t>• Healthcare KPIs and metrics</a:t>
            </a:r>
          </a:p>
          <a:p>
            <a:r>
              <a:rPr lang="en-US" sz="2000" dirty="0"/>
              <a:t>• Revenue and cost analysis</a:t>
            </a:r>
          </a:p>
          <a:p>
            <a:r>
              <a:rPr lang="en-US" sz="2000" dirty="0"/>
              <a:t>• Patient trend visualization</a:t>
            </a:r>
          </a:p>
          <a:p>
            <a:r>
              <a:rPr lang="en-US" sz="2000" dirty="0"/>
              <a:t>• Interactive filtering and reporting</a:t>
            </a:r>
          </a:p>
          <a:p>
            <a:r>
              <a:rPr lang="en-US" sz="2000" dirty="0"/>
              <a:t>• Live dashboard deployed on </a:t>
            </a:r>
          </a:p>
          <a:p>
            <a:r>
              <a:rPr lang="en-US" sz="2000" dirty="0"/>
              <a:t>   Streamlit Cloud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CE401-1CA1-022C-36E6-E3148226D7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3" y="127820"/>
            <a:ext cx="8141110" cy="58305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40CDD52-E3C5-40AD-4FBD-D98D06FEC311}"/>
              </a:ext>
            </a:extLst>
          </p:cNvPr>
          <p:cNvSpPr txBox="1"/>
          <p:nvPr/>
        </p:nvSpPr>
        <p:spPr>
          <a:xfrm>
            <a:off x="3713784" y="6103514"/>
            <a:ext cx="7221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Live Dashboard URL:</a:t>
            </a:r>
          </a:p>
          <a:p>
            <a:r>
              <a:rPr lang="en-GB" dirty="0">
                <a:hlinkClick r:id="rId3"/>
              </a:rPr>
              <a:t>https://medicare-healthcare-dashboard.streamlit.app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1108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E96928-E3AF-658A-B9B5-615FA0379884}"/>
              </a:ext>
            </a:extLst>
          </p:cNvPr>
          <p:cNvSpPr txBox="1"/>
          <p:nvPr/>
        </p:nvSpPr>
        <p:spPr>
          <a:xfrm>
            <a:off x="1061884" y="874334"/>
            <a:ext cx="60960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Conclusion &amp; Future Scope</a:t>
            </a:r>
          </a:p>
          <a:p>
            <a:endParaRPr lang="en-GB" dirty="0"/>
          </a:p>
          <a:p>
            <a:r>
              <a:rPr lang="en-GB" sz="2000" dirty="0"/>
              <a:t>• Built a complete Healthcare Analytics Pipeline.</a:t>
            </a:r>
          </a:p>
          <a:p>
            <a:r>
              <a:rPr lang="en-GB" sz="2000" dirty="0"/>
              <a:t>• Integrated AWS S3, Airflow, PySpark and PostgreSQL.</a:t>
            </a:r>
          </a:p>
          <a:p>
            <a:r>
              <a:rPr lang="en-GB" sz="2000" dirty="0"/>
              <a:t>• Designed a Star Schema Data Warehouse.</a:t>
            </a:r>
          </a:p>
          <a:p>
            <a:r>
              <a:rPr lang="en-GB" sz="2000" dirty="0"/>
              <a:t>• Developed an Interactive Streamlit Dashboard.</a:t>
            </a:r>
          </a:p>
          <a:p>
            <a:r>
              <a:rPr lang="en-GB" sz="2000" dirty="0"/>
              <a:t>• Implemented Machine Learning based Analytics.</a:t>
            </a:r>
          </a:p>
          <a:p>
            <a:endParaRPr lang="en-GB" dirty="0"/>
          </a:p>
          <a:p>
            <a:r>
              <a:rPr lang="en-GB" sz="3200" dirty="0"/>
              <a:t>Future Scope</a:t>
            </a:r>
          </a:p>
          <a:p>
            <a:endParaRPr lang="en-GB" dirty="0"/>
          </a:p>
          <a:p>
            <a:r>
              <a:rPr lang="en-GB" sz="2000" dirty="0"/>
              <a:t>• Real-time healthcare data processing.</a:t>
            </a:r>
          </a:p>
          <a:p>
            <a:r>
              <a:rPr lang="en-GB" sz="2000" dirty="0"/>
              <a:t>• Advanced predictive analytics.</a:t>
            </a:r>
          </a:p>
          <a:p>
            <a:r>
              <a:rPr lang="en-GB" sz="2000" dirty="0"/>
              <a:t>• Integration with hospital information systems.</a:t>
            </a:r>
          </a:p>
          <a:p>
            <a:r>
              <a:rPr lang="en-GB" sz="2000" dirty="0"/>
              <a:t>• Enterprise-scale cloud deployment.</a:t>
            </a:r>
          </a:p>
          <a:p>
            <a:endParaRPr lang="en-GB" dirty="0"/>
          </a:p>
          <a:p>
            <a:r>
              <a:rPr lang="en-GB" sz="24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36613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509</Words>
  <Application>Microsoft Office PowerPoint</Application>
  <PresentationFormat>Widescreen</PresentationFormat>
  <Paragraphs>93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Healthcare Analytics Pipeline Project for Medicare Hospital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ARPIT SHARMA</dc:creator>
  <cp:lastModifiedBy>ARPIT SHARMA</cp:lastModifiedBy>
  <cp:revision>14</cp:revision>
  <dcterms:created xsi:type="dcterms:W3CDTF">2026-05-29T10:21:57Z</dcterms:created>
  <dcterms:modified xsi:type="dcterms:W3CDTF">2026-05-30T13:01:03Z</dcterms:modified>
</cp:coreProperties>
</file>